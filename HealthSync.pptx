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4150"/>
    <a:srgbClr val="124E73"/>
    <a:srgbClr val="568F8E"/>
    <a:srgbClr val="4A909A"/>
    <a:srgbClr val="469E98"/>
    <a:srgbClr val="317EB3"/>
    <a:srgbClr val="3791AD"/>
    <a:srgbClr val="39A0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600" y="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564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291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448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1147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8380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40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0339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509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8011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6082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9572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2607AD-33AB-4D52-ADED-040EEE9B0A54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BC2C53-ABD4-47DE-A26E-D34A4D573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396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Health Sync</a:t>
            </a:r>
            <a:br>
              <a:rPr lang="en-US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«Дневник здоровья»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4951926"/>
            <a:ext cx="9144000" cy="972355"/>
          </a:xfrm>
        </p:spPr>
        <p:txBody>
          <a:bodyPr/>
          <a:lstStyle/>
          <a:p>
            <a:r>
              <a:rPr lang="ru-RU" dirty="0" smtClean="0">
                <a:solidFill>
                  <a:srgbClr val="2B4150"/>
                </a:solidFill>
              </a:rPr>
              <a:t>Капустин Даниил</a:t>
            </a:r>
          </a:p>
          <a:p>
            <a:r>
              <a:rPr lang="ru-RU" dirty="0" smtClean="0">
                <a:solidFill>
                  <a:srgbClr val="2B4150"/>
                </a:solidFill>
              </a:rPr>
              <a:t>9/2-РПО-24/1</a:t>
            </a:r>
          </a:p>
        </p:txBody>
      </p:sp>
    </p:spTree>
    <p:extLst>
      <p:ext uri="{BB962C8B-B14F-4D97-AF65-F5344CB8AC3E}">
        <p14:creationId xmlns:p14="http://schemas.microsoft.com/office/powerpoint/2010/main" val="2901652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65154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400" dirty="0">
                <a:solidFill>
                  <a:srgbClr val="2B4150"/>
                </a:solidFill>
              </a:rPr>
              <a:t>Д</a:t>
            </a:r>
            <a:r>
              <a:rPr lang="ru-RU" sz="2400" dirty="0" smtClean="0">
                <a:solidFill>
                  <a:srgbClr val="2B4150"/>
                </a:solidFill>
              </a:rPr>
              <a:t>анные </a:t>
            </a:r>
            <a:r>
              <a:rPr lang="ru-RU" sz="2400" dirty="0">
                <a:solidFill>
                  <a:srgbClr val="2B4150"/>
                </a:solidFill>
              </a:rPr>
              <a:t>хранятся в разных </a:t>
            </a:r>
            <a:r>
              <a:rPr lang="ru-RU" sz="2400" dirty="0" smtClean="0">
                <a:solidFill>
                  <a:srgbClr val="2B4150"/>
                </a:solidFill>
              </a:rPr>
              <a:t>местах: шаги в одном приложении, давление в блокноте, сон вообще не отслеживается.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 smtClean="0">
                <a:solidFill>
                  <a:srgbClr val="2B4150"/>
                </a:solidFill>
              </a:rPr>
              <a:t>Сложно </a:t>
            </a:r>
            <a:r>
              <a:rPr lang="ru-RU" sz="2400" dirty="0">
                <a:solidFill>
                  <a:srgbClr val="2B4150"/>
                </a:solidFill>
              </a:rPr>
              <a:t>понять, улучшаешь ты свои показатели или нет </a:t>
            </a:r>
            <a:r>
              <a:rPr lang="ru-RU" sz="2400" dirty="0" smtClean="0">
                <a:solidFill>
                  <a:srgbClr val="2B4150"/>
                </a:solidFill>
              </a:rPr>
              <a:t>– </a:t>
            </a:r>
            <a:r>
              <a:rPr lang="ru-RU" sz="2400" dirty="0">
                <a:solidFill>
                  <a:srgbClr val="2B4150"/>
                </a:solidFill>
              </a:rPr>
              <a:t>отсутствует </a:t>
            </a:r>
            <a:r>
              <a:rPr lang="ru-RU" sz="2400" dirty="0" smtClean="0">
                <a:solidFill>
                  <a:srgbClr val="2B4150"/>
                </a:solidFill>
              </a:rPr>
              <a:t>мотивация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 smtClean="0">
                <a:solidFill>
                  <a:srgbClr val="2B4150"/>
                </a:solidFill>
              </a:rPr>
              <a:t>Н</a:t>
            </a:r>
            <a:r>
              <a:rPr lang="ru-RU" sz="2400" dirty="0" smtClean="0">
                <a:solidFill>
                  <a:srgbClr val="2B4150"/>
                </a:solidFill>
              </a:rPr>
              <a:t>ет понятной обратной связи </a:t>
            </a:r>
            <a:r>
              <a:rPr lang="en-US" sz="2400" dirty="0" smtClean="0">
                <a:solidFill>
                  <a:srgbClr val="2B4150"/>
                </a:solidFill>
              </a:rPr>
              <a:t>– </a:t>
            </a:r>
            <a:r>
              <a:rPr lang="ru-RU" sz="2400" dirty="0" smtClean="0">
                <a:solidFill>
                  <a:srgbClr val="2B4150"/>
                </a:solidFill>
              </a:rPr>
              <a:t>человек не видит, как его образ жизни влияет на организм. </a:t>
            </a:r>
            <a:endParaRPr lang="ru-RU" sz="2400" dirty="0" smtClean="0">
              <a:solidFill>
                <a:srgbClr val="2B41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597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решения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err="1">
                <a:solidFill>
                  <a:srgbClr val="2B4150"/>
                </a:solidFill>
              </a:rPr>
              <a:t>HealthSync</a:t>
            </a:r>
            <a:r>
              <a:rPr lang="ru-RU" sz="2400" dirty="0">
                <a:solidFill>
                  <a:srgbClr val="2B4150"/>
                </a:solidFill>
              </a:rPr>
              <a:t> </a:t>
            </a:r>
            <a:r>
              <a:rPr lang="en-US" sz="2400" dirty="0" smtClean="0">
                <a:solidFill>
                  <a:srgbClr val="2B4150"/>
                </a:solidFill>
              </a:rPr>
              <a:t>–</a:t>
            </a:r>
            <a:r>
              <a:rPr lang="ru-RU" sz="2400" dirty="0" smtClean="0">
                <a:solidFill>
                  <a:srgbClr val="2B4150"/>
                </a:solidFill>
              </a:rPr>
              <a:t> </a:t>
            </a:r>
            <a:r>
              <a:rPr lang="ru-RU" sz="2400" dirty="0">
                <a:solidFill>
                  <a:srgbClr val="2B4150"/>
                </a:solidFill>
              </a:rPr>
              <a:t>это единый центр здоровья, который объединяет все метрики в одном месте. Приложение позволяет отслеживать шаги, воду, сон, калории, пульс и давление, автоматически рассчитывает ИМТ и биологический возраст, показывает реальное состояние организма. Система наград </a:t>
            </a:r>
            <a:r>
              <a:rPr lang="ru-RU" sz="2400" dirty="0" err="1">
                <a:solidFill>
                  <a:srgbClr val="2B4150"/>
                </a:solidFill>
              </a:rPr>
              <a:t>SyncCoins</a:t>
            </a:r>
            <a:r>
              <a:rPr lang="ru-RU" sz="2400" dirty="0">
                <a:solidFill>
                  <a:srgbClr val="2B4150"/>
                </a:solidFill>
              </a:rPr>
              <a:t> мотивирует достигать ежедневные цели, а персонализированные рекомендации помогают скорректировать образ жизни. Доступно на десктопе и </a:t>
            </a:r>
            <a:r>
              <a:rPr lang="ru-RU" sz="2400" dirty="0" err="1">
                <a:solidFill>
                  <a:srgbClr val="2B4150"/>
                </a:solidFill>
              </a:rPr>
              <a:t>Android</a:t>
            </a:r>
            <a:r>
              <a:rPr lang="ru-RU" sz="2400" dirty="0">
                <a:solidFill>
                  <a:srgbClr val="2B415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7526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Технологии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356" y="1713137"/>
            <a:ext cx="1008000" cy="1008000"/>
          </a:xfr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5"/>
            <a:ext cx="900000" cy="90000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3048000" y="3067363"/>
            <a:ext cx="20658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endParaRPr lang="en-US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754116" y="1818214"/>
            <a:ext cx="45518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b="1" dirty="0"/>
              <a:t>Visual Studio (.NET 8 + WPF</a:t>
            </a:r>
            <a:r>
              <a:rPr lang="nl-NL" b="1" dirty="0" smtClean="0"/>
              <a:t>)</a:t>
            </a:r>
          </a:p>
          <a:p>
            <a:r>
              <a:rPr lang="ru-RU" dirty="0" smtClean="0"/>
              <a:t>разработка </a:t>
            </a:r>
            <a:r>
              <a:rPr lang="ru-RU" dirty="0" err="1"/>
              <a:t>десктопного</a:t>
            </a:r>
            <a:r>
              <a:rPr lang="ru-RU" dirty="0"/>
              <a:t> приложения </a:t>
            </a:r>
            <a:r>
              <a:rPr lang="ru-RU" dirty="0" smtClean="0"/>
              <a:t>с </a:t>
            </a:r>
            <a:r>
              <a:rPr lang="ru-RU" dirty="0" err="1"/>
              <a:t>трёхпанельным</a:t>
            </a:r>
            <a:r>
              <a:rPr lang="ru-RU" dirty="0"/>
              <a:t> интерфейсом для </a:t>
            </a:r>
            <a:r>
              <a:rPr lang="ru-RU" dirty="0" err="1"/>
              <a:t>Windows</a:t>
            </a:r>
            <a:r>
              <a:rPr lang="ru-RU" dirty="0"/>
              <a:t>.</a:t>
            </a:r>
            <a:endParaRPr lang="nl-NL" b="1" dirty="0" smtClean="0"/>
          </a:p>
        </p:txBody>
      </p:sp>
      <p:sp>
        <p:nvSpPr>
          <p:cNvPr id="10" name="Прямоугольник 9"/>
          <p:cNvSpPr/>
          <p:nvPr/>
        </p:nvSpPr>
        <p:spPr>
          <a:xfrm>
            <a:off x="7758979" y="1825625"/>
            <a:ext cx="395211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Android Studio (Java</a:t>
            </a:r>
            <a:r>
              <a:rPr lang="en-US" b="1" dirty="0" smtClean="0"/>
              <a:t>)</a:t>
            </a:r>
          </a:p>
          <a:p>
            <a:r>
              <a:rPr lang="ru-RU" dirty="0" smtClean="0"/>
              <a:t>создание </a:t>
            </a:r>
            <a:r>
              <a:rPr lang="ru-RU" dirty="0"/>
              <a:t>мобильного приложения с аналогичной логикой под смартфоны.</a:t>
            </a:r>
            <a:endParaRPr lang="nl-NL" b="1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725334"/>
            <a:ext cx="900000" cy="900000"/>
          </a:xfrm>
          <a:prstGeom prst="rect">
            <a:avLst/>
          </a:prstGeom>
        </p:spPr>
      </p:pic>
      <p:sp>
        <p:nvSpPr>
          <p:cNvPr id="14" name="Прямоугольник 13"/>
          <p:cNvSpPr/>
          <p:nvPr/>
        </p:nvSpPr>
        <p:spPr>
          <a:xfrm>
            <a:off x="1738200" y="3704895"/>
            <a:ext cx="448394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 smtClean="0"/>
              <a:t>FastAPI</a:t>
            </a:r>
            <a:endParaRPr lang="ru-RU" b="1" dirty="0" smtClean="0"/>
          </a:p>
          <a:p>
            <a:r>
              <a:rPr lang="ru-RU" dirty="0"/>
              <a:t>серверная часть с REST API, регистрацией, авторизацией и обменом метриками.</a:t>
            </a:r>
            <a:endParaRPr lang="ru-RU" b="1" dirty="0" smtClean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7867" y="3725334"/>
            <a:ext cx="906977" cy="936000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7758979" y="3704895"/>
            <a:ext cx="383696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PostgreSQL</a:t>
            </a:r>
            <a:endParaRPr lang="ru-RU" b="1" dirty="0" smtClean="0"/>
          </a:p>
          <a:p>
            <a:r>
              <a:rPr lang="ru-RU" dirty="0" smtClean="0"/>
              <a:t>централизованное </a:t>
            </a:r>
            <a:r>
              <a:rPr lang="ru-RU" dirty="0"/>
              <a:t>хранение пользователей, ежедневных метрик, целей и настроек.</a:t>
            </a:r>
            <a:endParaRPr lang="ru-RU" b="1" dirty="0" smtClean="0"/>
          </a:p>
        </p:txBody>
      </p:sp>
    </p:spTree>
    <p:extLst>
      <p:ext uri="{BB962C8B-B14F-4D97-AF65-F5344CB8AC3E}">
        <p14:creationId xmlns:p14="http://schemas.microsoft.com/office/powerpoint/2010/main" val="1479608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Хранение данных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58569"/>
            <a:ext cx="10515600" cy="3485449"/>
          </a:xfrm>
        </p:spPr>
      </p:pic>
    </p:spTree>
    <p:extLst>
      <p:ext uri="{BB962C8B-B14F-4D97-AF65-F5344CB8AC3E}">
        <p14:creationId xmlns:p14="http://schemas.microsoft.com/office/powerpoint/2010/main" val="1107820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Сервер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>
                <a:solidFill>
                  <a:srgbClr val="2B4150"/>
                </a:solidFill>
              </a:rPr>
              <a:t>Сервер написан на </a:t>
            </a:r>
            <a:r>
              <a:rPr lang="ru-RU" sz="2400" dirty="0" err="1" smtClean="0">
                <a:solidFill>
                  <a:srgbClr val="2B4150"/>
                </a:solidFill>
              </a:rPr>
              <a:t>FastAPI</a:t>
            </a:r>
            <a:r>
              <a:rPr lang="ru-RU" sz="2400" dirty="0" smtClean="0">
                <a:solidFill>
                  <a:srgbClr val="2B4150"/>
                </a:solidFill>
              </a:rPr>
              <a:t> с </a:t>
            </a:r>
            <a:r>
              <a:rPr lang="ru-RU" sz="2400" dirty="0" err="1" smtClean="0">
                <a:solidFill>
                  <a:srgbClr val="2B4150"/>
                </a:solidFill>
              </a:rPr>
              <a:t>PostgreSQL</a:t>
            </a:r>
            <a:r>
              <a:rPr lang="ru-RU" sz="2400" dirty="0" smtClean="0">
                <a:solidFill>
                  <a:srgbClr val="2B4150"/>
                </a:solidFill>
              </a:rPr>
              <a:t>. Предоставляет REST API для регистрации и входа пользователей, сохранения и получения метрик, обновления целей и настроек. Пароли </a:t>
            </a:r>
            <a:r>
              <a:rPr lang="ru-RU" sz="2400" dirty="0" err="1" smtClean="0">
                <a:solidFill>
                  <a:srgbClr val="2B4150"/>
                </a:solidFill>
              </a:rPr>
              <a:t>хешируются</a:t>
            </a:r>
            <a:r>
              <a:rPr lang="ru-RU" sz="2400" dirty="0" smtClean="0">
                <a:solidFill>
                  <a:srgbClr val="2B4150"/>
                </a:solidFill>
              </a:rPr>
              <a:t> </a:t>
            </a:r>
            <a:r>
              <a:rPr lang="ru-RU" sz="2400" dirty="0" err="1" smtClean="0">
                <a:solidFill>
                  <a:srgbClr val="2B4150"/>
                </a:solidFill>
              </a:rPr>
              <a:t>bcrypt</a:t>
            </a:r>
            <a:r>
              <a:rPr lang="ru-RU" sz="2400" dirty="0" smtClean="0">
                <a:solidFill>
                  <a:srgbClr val="2B4150"/>
                </a:solidFill>
              </a:rPr>
              <a:t>. Документация – через </a:t>
            </a:r>
            <a:r>
              <a:rPr lang="ru-RU" sz="2400" dirty="0" err="1" smtClean="0">
                <a:solidFill>
                  <a:srgbClr val="2B4150"/>
                </a:solidFill>
              </a:rPr>
              <a:t>Swagger</a:t>
            </a:r>
            <a:r>
              <a:rPr lang="ru-RU" sz="2400" dirty="0" smtClean="0">
                <a:solidFill>
                  <a:srgbClr val="2B4150"/>
                </a:solidFill>
              </a:rPr>
              <a:t>.</a:t>
            </a:r>
            <a:endParaRPr lang="ru-RU" sz="2400" dirty="0">
              <a:solidFill>
                <a:srgbClr val="2B4150"/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828" y="5024117"/>
            <a:ext cx="6226343" cy="1152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286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Клиент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ru-RU" sz="2400" dirty="0">
              <a:solidFill>
                <a:srgbClr val="2B4150"/>
              </a:solidFill>
            </a:endParaRPr>
          </a:p>
        </p:txBody>
      </p:sp>
      <p:pic>
        <p:nvPicPr>
          <p:cNvPr id="1028" name="Picture 4" descr="https://sun9-70.userapi.com/s/v1/ig2/zLD1Be3tiBv8SHsDOw3gN_1WDYiWTntGggCQ_7eQ_HahYvacIf2pRTBIELfWmSGm2_G9njHWxAzdbXkq2CuU7EIc.jpg?quality=95&amp;as=32x69,48x104,72x156,108x234,160x347,240x520,360x780,480x1040,540x1170,640x1387,720x1560,1080x2340&amp;from=bu&amp;u=Nafw5TstoMFILRb2TbqjbGJKKX6eL_8il_B_xVMvYpw&amp;cs=1080x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5413" y="1690688"/>
            <a:ext cx="2008309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https://sun9-72.userapi.com/s/v1/ig2/YOr7YHjjK2vo-yKTJF9FnpV_jgLeV2Pasdat166oGjRBhiGr2CY1yNC-T-jtgohLm1fsJ1IHefCoQ4mflEiGazyf.jpg?quality=95&amp;as=32x23,48x35,72x53,108x79,160x117,240x176,360x264,480x352,540x395,640x469,720x527,1080x791,1091x799&amp;from=bu&amp;u=5Z8bDN1xKmiTEc0y6sQv_hElHPqH750leU1mwtMZ-HM&amp;cs=1091x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4195445" cy="3072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793689" y="4763246"/>
            <a:ext cx="481584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2B4150"/>
                </a:solidFill>
              </a:rPr>
              <a:t>Десктопное</a:t>
            </a:r>
            <a:r>
              <a:rPr lang="ru-RU" dirty="0">
                <a:solidFill>
                  <a:srgbClr val="2B4150"/>
                </a:solidFill>
              </a:rPr>
              <a:t> приложение на WPF имеет </a:t>
            </a:r>
            <a:r>
              <a:rPr lang="ru-RU" dirty="0" err="1">
                <a:solidFill>
                  <a:srgbClr val="2B4150"/>
                </a:solidFill>
              </a:rPr>
              <a:t>трёхпанельный</a:t>
            </a:r>
            <a:r>
              <a:rPr lang="ru-RU" dirty="0">
                <a:solidFill>
                  <a:srgbClr val="2B4150"/>
                </a:solidFill>
              </a:rPr>
              <a:t> интерфейс: слева личные данные и показатели здоровья, в центре график активности и цели на сегодня, справа погода, прогноз возраста и история действий. 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8193722" y="1692970"/>
            <a:ext cx="296418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B4150"/>
                </a:solidFill>
              </a:rPr>
              <a:t>Мобильное приложение на </a:t>
            </a:r>
            <a:r>
              <a:rPr lang="ru-RU" dirty="0" err="1">
                <a:solidFill>
                  <a:srgbClr val="2B4150"/>
                </a:solidFill>
              </a:rPr>
              <a:t>Android</a:t>
            </a:r>
            <a:r>
              <a:rPr lang="ru-RU" dirty="0">
                <a:solidFill>
                  <a:srgbClr val="2B4150"/>
                </a:solidFill>
              </a:rPr>
              <a:t> повторяет ту же логику, адаптированную под экран смартфона. Обе версии поддерживают быстрый ввод, откат действий, настройку целей и систему наград.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0424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Интеграции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>
                <a:solidFill>
                  <a:srgbClr val="2B4150"/>
                </a:solidFill>
              </a:rPr>
              <a:t>На данный момент интегрировано с </a:t>
            </a:r>
            <a:r>
              <a:rPr lang="ru-RU" sz="2400" dirty="0" err="1" smtClean="0">
                <a:solidFill>
                  <a:srgbClr val="2B4150"/>
                </a:solidFill>
              </a:rPr>
              <a:t>Open-Meteo</a:t>
            </a:r>
            <a:r>
              <a:rPr lang="ru-RU" sz="2400" dirty="0" smtClean="0">
                <a:solidFill>
                  <a:srgbClr val="2B4150"/>
                </a:solidFill>
              </a:rPr>
              <a:t> API для погоды. В планах: фитнес-</a:t>
            </a:r>
            <a:r>
              <a:rPr lang="ru-RU" sz="2400" dirty="0" err="1" smtClean="0">
                <a:solidFill>
                  <a:srgbClr val="2B4150"/>
                </a:solidFill>
              </a:rPr>
              <a:t>трекеры</a:t>
            </a:r>
            <a:r>
              <a:rPr lang="ru-RU" sz="2400" dirty="0" smtClean="0">
                <a:solidFill>
                  <a:srgbClr val="2B4150"/>
                </a:solidFill>
              </a:rPr>
              <a:t>.</a:t>
            </a:r>
            <a:endParaRPr lang="ru-RU" sz="2400" dirty="0">
              <a:solidFill>
                <a:srgbClr val="2B41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988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388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>
                <a:solidFill>
                  <a:srgbClr val="2B4150"/>
                </a:solidFill>
              </a:rPr>
              <a:t>Приложение проходит многоуровневое тестирование:</a:t>
            </a:r>
          </a:p>
          <a:p>
            <a:r>
              <a:rPr lang="ru-RU" sz="2400" dirty="0" smtClean="0">
                <a:solidFill>
                  <a:srgbClr val="2B4150"/>
                </a:solidFill>
              </a:rPr>
              <a:t>Юнит-тесты для ключевых модулей – работа с БД, </a:t>
            </a:r>
            <a:r>
              <a:rPr lang="ru-RU" sz="2400" dirty="0" err="1" smtClean="0">
                <a:solidFill>
                  <a:srgbClr val="2B4150"/>
                </a:solidFill>
              </a:rPr>
              <a:t>парсинг</a:t>
            </a:r>
            <a:r>
              <a:rPr lang="ru-RU" sz="2400" dirty="0" smtClean="0">
                <a:solidFill>
                  <a:srgbClr val="2B4150"/>
                </a:solidFill>
              </a:rPr>
              <a:t> погоды, сохранение метрик</a:t>
            </a:r>
          </a:p>
          <a:p>
            <a:r>
              <a:rPr lang="ru-RU" sz="2400" dirty="0" smtClean="0">
                <a:solidFill>
                  <a:srgbClr val="2B4150"/>
                </a:solidFill>
              </a:rPr>
              <a:t>Интеграционное тестирование – проверка взаимодействия клиента с сервером и API</a:t>
            </a:r>
          </a:p>
          <a:p>
            <a:r>
              <a:rPr lang="ru-RU" sz="2400" dirty="0" smtClean="0">
                <a:solidFill>
                  <a:srgbClr val="2B4150"/>
                </a:solidFill>
              </a:rPr>
              <a:t>Ручное тестирование – все основные сценарии пользователя: регистрация, вход, добавление шагов, воды, сна, достижение целей, синхронизация данных</a:t>
            </a:r>
            <a:endParaRPr lang="ru-RU" sz="2400" dirty="0">
              <a:solidFill>
                <a:srgbClr val="2B41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05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124E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Дальнейшее развитие</a:t>
            </a:r>
            <a:endParaRPr lang="ru-RU" dirty="0">
              <a:solidFill>
                <a:srgbClr val="124E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 smtClean="0">
                <a:solidFill>
                  <a:srgbClr val="2B4150"/>
                </a:solidFill>
              </a:rPr>
              <a:t>В планах – интеграция с </a:t>
            </a:r>
            <a:r>
              <a:rPr lang="ru-RU" sz="2400" dirty="0" err="1" smtClean="0">
                <a:solidFill>
                  <a:srgbClr val="2B4150"/>
                </a:solidFill>
              </a:rPr>
              <a:t>Yandex</a:t>
            </a:r>
            <a:r>
              <a:rPr lang="ru-RU" sz="2400" dirty="0" smtClean="0">
                <a:solidFill>
                  <a:srgbClr val="2B4150"/>
                </a:solidFill>
              </a:rPr>
              <a:t> GPT для персонализированных ИИ-рекомендаций. </a:t>
            </a:r>
            <a:r>
              <a:rPr lang="ru-RU" sz="2400" dirty="0" err="1" smtClean="0">
                <a:solidFill>
                  <a:srgbClr val="2B4150"/>
                </a:solidFill>
              </a:rPr>
              <a:t>Нейросеть</a:t>
            </a:r>
            <a:r>
              <a:rPr lang="ru-RU" sz="2400" dirty="0" smtClean="0">
                <a:solidFill>
                  <a:srgbClr val="2B4150"/>
                </a:solidFill>
              </a:rPr>
              <a:t> будет анализировать историю активности </a:t>
            </a:r>
            <a:r>
              <a:rPr lang="ru-RU" sz="2400" dirty="0" err="1" smtClean="0">
                <a:solidFill>
                  <a:srgbClr val="2B4150"/>
                </a:solidFill>
              </a:rPr>
              <a:t>польователя</a:t>
            </a:r>
            <a:r>
              <a:rPr lang="ru-RU" sz="2400" dirty="0" smtClean="0">
                <a:solidFill>
                  <a:srgbClr val="2B4150"/>
                </a:solidFill>
              </a:rPr>
              <a:t> и давать советы по улучшению здоровья</a:t>
            </a:r>
            <a:r>
              <a:rPr lang="ru-RU" sz="2400" dirty="0" smtClean="0">
                <a:solidFill>
                  <a:srgbClr val="2B4150"/>
                </a:solidFill>
              </a:rPr>
              <a:t>.</a:t>
            </a:r>
            <a:endParaRPr lang="ru-RU" sz="2400" dirty="0" smtClean="0">
              <a:solidFill>
                <a:srgbClr val="2B4150"/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2086" y="4001294"/>
            <a:ext cx="7587827" cy="106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379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949262"/>
            <a:ext cx="10515600" cy="1126901"/>
          </a:xfrm>
        </p:spPr>
        <p:txBody>
          <a:bodyPr>
            <a:normAutofit/>
          </a:bodyPr>
          <a:lstStyle/>
          <a:p>
            <a:pPr algn="ctr"/>
            <a:r>
              <a:rPr lang="ru-RU" sz="6000" dirty="0" smtClean="0">
                <a:solidFill>
                  <a:srgbClr val="124E73"/>
                </a:solidFill>
              </a:rPr>
              <a:t>Спасибо за внимание!</a:t>
            </a:r>
            <a:endParaRPr lang="ru-RU" sz="6000" dirty="0">
              <a:solidFill>
                <a:srgbClr val="124E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05002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381</Words>
  <Application>Microsoft Office PowerPoint</Application>
  <PresentationFormat>Широкоэкранный</PresentationFormat>
  <Paragraphs>35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Тема Office</vt:lpstr>
      <vt:lpstr>Health Sync «Дневник здоровья»</vt:lpstr>
      <vt:lpstr>Проблема</vt:lpstr>
      <vt:lpstr>Описание решения</vt:lpstr>
      <vt:lpstr>Технологии</vt:lpstr>
      <vt:lpstr>Хранение данных</vt:lpstr>
      <vt:lpstr>Сервер</vt:lpstr>
      <vt:lpstr>Клиент</vt:lpstr>
      <vt:lpstr>Интеграции</vt:lpstr>
      <vt:lpstr>Демонстрация</vt:lpstr>
      <vt:lpstr>Тестирование</vt:lpstr>
      <vt:lpstr>Дальнейшее развитие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Sync «Дневник здоровья»</dc:title>
  <dc:creator>Даниил Scorpion</dc:creator>
  <cp:lastModifiedBy>Даниил Scorpion</cp:lastModifiedBy>
  <cp:revision>20</cp:revision>
  <dcterms:created xsi:type="dcterms:W3CDTF">2026-05-27T09:04:33Z</dcterms:created>
  <dcterms:modified xsi:type="dcterms:W3CDTF">2026-06-08T12:21:09Z</dcterms:modified>
</cp:coreProperties>
</file>